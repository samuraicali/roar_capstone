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DA95D-E7EC-D9B9-6BF1-585E05EDF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2A51F5-8F4D-EC24-77A3-B20E7D0CD7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D68B7-CB01-0B7D-5761-6E4477467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51CE-7C41-8B40-A71A-E55E88DF1C8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B298F-0638-FA6B-1274-9EAB4D69E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76EA4-8900-BAE8-1023-73830C6A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9F393-C9F5-844E-99B6-60EBAEEFB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351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E5526-A807-38F7-7A18-26570D998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90264-7257-8CB3-4BDC-F9F9D2369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431C3-D7CF-6D57-B35D-B3C7A040C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51CE-7C41-8B40-A71A-E55E88DF1C8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4D165-C38C-A703-DD3C-A3507826B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60C80-6B94-9AD0-07F6-4831D26FF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9F393-C9F5-844E-99B6-60EBAEEFB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42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8A858-49AB-60D6-E007-EE59C315B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0F2EA-C3FC-8C22-4B03-7A6E01EB2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11554-39E6-2B1A-FDFC-E42ABA9E5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51CE-7C41-8B40-A71A-E55E88DF1C8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9558A-FF4C-191F-AFCD-3AEB80BC5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90B8F-3770-37DE-EE2A-B559C7B7C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9F393-C9F5-844E-99B6-60EBAEEFB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91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2F92A-4AA0-2E57-3912-E6529E986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1B894-B766-FCBB-0C91-415EF16581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C10FE6-59DC-CE54-FD33-6D49E5127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E9DFC8-272D-321C-A8A7-A0DC0238C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51CE-7C41-8B40-A71A-E55E88DF1C8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86F8C-4ED2-E270-C891-BB68F887D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9A94D-1D31-6277-FA50-27FA91EB9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9F393-C9F5-844E-99B6-60EBAEEFB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666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92BE9-C111-AC39-6393-AD45A83AE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3EE46-3A31-9726-53D8-45328E8EE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BD8474-750E-11DE-4C48-BEAD900CC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F31B5E-4948-2027-EF8F-264C36F07D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04E69C-1715-CB21-497E-5B883CAFCE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A9A06C-46EA-FF23-0D87-4AF10D35A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51CE-7C41-8B40-A71A-E55E88DF1C8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508956-DECB-C842-42CD-0ED213728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E83F7B-F550-E4BD-0C09-6484124B9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9F393-C9F5-844E-99B6-60EBAEEFB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94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A3910-7B56-0FFB-5538-B495CF12B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03607D-F5D8-EDB8-8E00-8F43A3033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51CE-7C41-8B40-A71A-E55E88DF1C8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8F09FC-BAC8-D382-1331-DEFD69520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350A8C-C821-C032-C4FA-D631B1E2E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9F393-C9F5-844E-99B6-60EBAEEFB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061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6C3A55-D7E0-6BC6-A841-8C1DE52AF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51CE-7C41-8B40-A71A-E55E88DF1C8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4F86F8-5429-97EC-68A9-EE8E6648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5318A-9559-883A-6324-429236A77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9F393-C9F5-844E-99B6-60EBAEEFB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46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121CE-461F-F498-C991-A08A1EF6A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D6B10-FC09-3043-6ED3-B85DF67AF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B166DF-7BB8-949C-688F-AA09EBE945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AF3066-0261-27AC-10DD-D5DB0B605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51CE-7C41-8B40-A71A-E55E88DF1C8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7CD45-055B-9068-F39F-DE5AD62C5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7BB132-C460-5B6D-FE1E-E17FA71D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9F393-C9F5-844E-99B6-60EBAEEFB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895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697EE-42BF-87B0-8086-570A24E9C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DEEDD1-F167-BF3B-CCFF-BCE2D2BAEA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409ADD-52DE-CAA2-AB61-235404977F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5FAAB8-917B-18D0-EC4D-1D059BC64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51CE-7C41-8B40-A71A-E55E88DF1C8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13C4F-D2D4-C670-FDB1-E3CE24F69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45EB5-7950-5305-BFE5-D1D53604C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9F393-C9F5-844E-99B6-60EBAEEFB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077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A3D40-F3FC-4E2E-FFB8-5E74A391B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D9A23A-73DE-3C50-C7F2-B01289075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109AC-50B4-1D0B-AF57-59A6E986B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51CE-7C41-8B40-A71A-E55E88DF1C8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2C9AE-D375-438D-6B95-16B0625B7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F105F-B97E-C134-941B-0EC6A2A7F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9F393-C9F5-844E-99B6-60EBAEEFB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408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8FD585-432A-E705-2EEB-141B2DF5AF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CA9110-CAB6-8F15-A8D2-D205D10BE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7FCDC-37D0-7CBB-BDC6-3A20D6AE8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51CE-7C41-8B40-A71A-E55E88DF1C8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8D6B4-7BE5-7B29-1B04-B941E29B9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8FA03-AFB4-4666-4BD4-7B766F214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9F393-C9F5-844E-99B6-60EBAEEFB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41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B61DA5-A8C2-88A7-6BB2-9F05253A7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17857-2E96-2EF8-B439-0C2D2AD64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AD7EB-CB12-C6A6-E2B8-2BDCAFEBA3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751CE-7C41-8B40-A71A-E55E88DF1C8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8F5B4-1B76-EEE9-A6AA-B193F73EE5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9C530-C4DD-A359-CAAC-9712D7FBA9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C9F393-C9F5-844E-99B6-60EBAEEFB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989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F1ABC44-6721-F67A-2D50-F32488A004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43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681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Xavier Williams</dc:creator>
  <cp:lastModifiedBy>Xavier Williams</cp:lastModifiedBy>
  <cp:revision>1</cp:revision>
  <dcterms:created xsi:type="dcterms:W3CDTF">2026-04-27T20:27:36Z</dcterms:created>
  <dcterms:modified xsi:type="dcterms:W3CDTF">2026-04-27T20:29:17Z</dcterms:modified>
</cp:coreProperties>
</file>